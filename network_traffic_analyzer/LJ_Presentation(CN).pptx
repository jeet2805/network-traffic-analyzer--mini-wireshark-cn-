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667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569579"/>
          </a:xfrm>
          <a:prstGeom prst="rect">
            <a:avLst/>
          </a:prstGeom>
        </p:spPr>
      </p:pic>
      <p:sp>
        <p:nvSpPr>
          <p:cNvPr id="7" name="Freeform 7">
            <a:extLst>
              <a:ext uri="{FF2B5EF4-FFF2-40B4-BE49-F238E27FC236}">
                <a16:creationId xmlns:a16="http://schemas.microsoft.com/office/drawing/2014/main" id="{8DD3984F-010C-BBDC-A2EB-C60196592A78}"/>
              </a:ext>
            </a:extLst>
          </p:cNvPr>
          <p:cNvSpPr/>
          <p:nvPr/>
        </p:nvSpPr>
        <p:spPr>
          <a:xfrm>
            <a:off x="5722341" y="457200"/>
            <a:ext cx="2878179" cy="715525"/>
          </a:xfrm>
          <a:custGeom>
            <a:avLst/>
            <a:gdLst/>
            <a:ahLst/>
            <a:cxnLst/>
            <a:rect l="l" t="t" r="r" b="b"/>
            <a:pathLst>
              <a:path w="3205383" h="796869">
                <a:moveTo>
                  <a:pt x="0" y="0"/>
                </a:moveTo>
                <a:lnTo>
                  <a:pt x="3205383" y="0"/>
                </a:lnTo>
                <a:lnTo>
                  <a:pt x="3205383" y="796869"/>
                </a:lnTo>
                <a:lnTo>
                  <a:pt x="0" y="796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667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491335"/>
          </a:xfrm>
          <a:prstGeom prst="rect">
            <a:avLst/>
          </a:prstGeom>
        </p:spPr>
      </p:pic>
      <p:sp>
        <p:nvSpPr>
          <p:cNvPr id="3" name="Freeform 7">
            <a:extLst>
              <a:ext uri="{FF2B5EF4-FFF2-40B4-BE49-F238E27FC236}">
                <a16:creationId xmlns:a16="http://schemas.microsoft.com/office/drawing/2014/main" id="{AD6004A3-0376-E264-9E41-9DD45499BABA}"/>
              </a:ext>
            </a:extLst>
          </p:cNvPr>
          <p:cNvSpPr/>
          <p:nvPr/>
        </p:nvSpPr>
        <p:spPr>
          <a:xfrm>
            <a:off x="5722341" y="457200"/>
            <a:ext cx="2878179" cy="715525"/>
          </a:xfrm>
          <a:custGeom>
            <a:avLst/>
            <a:gdLst/>
            <a:ahLst/>
            <a:cxnLst/>
            <a:rect l="l" t="t" r="r" b="b"/>
            <a:pathLst>
              <a:path w="3205383" h="796869">
                <a:moveTo>
                  <a:pt x="0" y="0"/>
                </a:moveTo>
                <a:lnTo>
                  <a:pt x="3205383" y="0"/>
                </a:lnTo>
                <a:lnTo>
                  <a:pt x="3205383" y="796869"/>
                </a:lnTo>
                <a:lnTo>
                  <a:pt x="0" y="796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667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510716"/>
          </a:xfrm>
          <a:prstGeom prst="rect">
            <a:avLst/>
          </a:prstGeom>
        </p:spPr>
      </p:pic>
      <p:sp>
        <p:nvSpPr>
          <p:cNvPr id="3" name="Freeform 7">
            <a:extLst>
              <a:ext uri="{FF2B5EF4-FFF2-40B4-BE49-F238E27FC236}">
                <a16:creationId xmlns:a16="http://schemas.microsoft.com/office/drawing/2014/main" id="{CC651E39-09FA-EFF9-E91E-26012B1B7CED}"/>
              </a:ext>
            </a:extLst>
          </p:cNvPr>
          <p:cNvSpPr/>
          <p:nvPr/>
        </p:nvSpPr>
        <p:spPr>
          <a:xfrm>
            <a:off x="5722341" y="457200"/>
            <a:ext cx="2878179" cy="715525"/>
          </a:xfrm>
          <a:custGeom>
            <a:avLst/>
            <a:gdLst/>
            <a:ahLst/>
            <a:cxnLst/>
            <a:rect l="l" t="t" r="r" b="b"/>
            <a:pathLst>
              <a:path w="3205383" h="796869">
                <a:moveTo>
                  <a:pt x="0" y="0"/>
                </a:moveTo>
                <a:lnTo>
                  <a:pt x="3205383" y="0"/>
                </a:lnTo>
                <a:lnTo>
                  <a:pt x="3205383" y="796869"/>
                </a:lnTo>
                <a:lnTo>
                  <a:pt x="0" y="796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66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625079"/>
          </a:xfrm>
          <a:prstGeom prst="rect">
            <a:avLst/>
          </a:prstGeom>
        </p:spPr>
      </p:pic>
      <p:sp>
        <p:nvSpPr>
          <p:cNvPr id="3" name="Freeform 7">
            <a:extLst>
              <a:ext uri="{FF2B5EF4-FFF2-40B4-BE49-F238E27FC236}">
                <a16:creationId xmlns:a16="http://schemas.microsoft.com/office/drawing/2014/main" id="{116CB784-F066-0288-5CDE-0622C70F99A0}"/>
              </a:ext>
            </a:extLst>
          </p:cNvPr>
          <p:cNvSpPr/>
          <p:nvPr/>
        </p:nvSpPr>
        <p:spPr>
          <a:xfrm>
            <a:off x="5722341" y="457200"/>
            <a:ext cx="2878179" cy="715525"/>
          </a:xfrm>
          <a:custGeom>
            <a:avLst/>
            <a:gdLst/>
            <a:ahLst/>
            <a:cxnLst/>
            <a:rect l="l" t="t" r="r" b="b"/>
            <a:pathLst>
              <a:path w="3205383" h="796869">
                <a:moveTo>
                  <a:pt x="0" y="0"/>
                </a:moveTo>
                <a:lnTo>
                  <a:pt x="3205383" y="0"/>
                </a:lnTo>
                <a:lnTo>
                  <a:pt x="3205383" y="796869"/>
                </a:lnTo>
                <a:lnTo>
                  <a:pt x="0" y="796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667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632919"/>
          </a:xfrm>
          <a:prstGeom prst="rect">
            <a:avLst/>
          </a:prstGeom>
        </p:spPr>
      </p:pic>
      <p:sp>
        <p:nvSpPr>
          <p:cNvPr id="3" name="Freeform 7">
            <a:extLst>
              <a:ext uri="{FF2B5EF4-FFF2-40B4-BE49-F238E27FC236}">
                <a16:creationId xmlns:a16="http://schemas.microsoft.com/office/drawing/2014/main" id="{7C6C3564-0D2E-AA94-8308-0793D42AD721}"/>
              </a:ext>
            </a:extLst>
          </p:cNvPr>
          <p:cNvSpPr/>
          <p:nvPr/>
        </p:nvSpPr>
        <p:spPr>
          <a:xfrm>
            <a:off x="5722341" y="457200"/>
            <a:ext cx="2878179" cy="715525"/>
          </a:xfrm>
          <a:custGeom>
            <a:avLst/>
            <a:gdLst/>
            <a:ahLst/>
            <a:cxnLst/>
            <a:rect l="l" t="t" r="r" b="b"/>
            <a:pathLst>
              <a:path w="3205383" h="796869">
                <a:moveTo>
                  <a:pt x="0" y="0"/>
                </a:moveTo>
                <a:lnTo>
                  <a:pt x="3205383" y="0"/>
                </a:lnTo>
                <a:lnTo>
                  <a:pt x="3205383" y="796869"/>
                </a:lnTo>
                <a:lnTo>
                  <a:pt x="0" y="796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667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619549"/>
          </a:xfrm>
          <a:prstGeom prst="rect">
            <a:avLst/>
          </a:prstGeom>
        </p:spPr>
      </p:pic>
      <p:sp>
        <p:nvSpPr>
          <p:cNvPr id="3" name="Freeform 7">
            <a:extLst>
              <a:ext uri="{FF2B5EF4-FFF2-40B4-BE49-F238E27FC236}">
                <a16:creationId xmlns:a16="http://schemas.microsoft.com/office/drawing/2014/main" id="{DA6194BC-5CA6-8E62-3E07-EB40C1355E79}"/>
              </a:ext>
            </a:extLst>
          </p:cNvPr>
          <p:cNvSpPr/>
          <p:nvPr/>
        </p:nvSpPr>
        <p:spPr>
          <a:xfrm>
            <a:off x="5722341" y="457200"/>
            <a:ext cx="2878179" cy="715525"/>
          </a:xfrm>
          <a:custGeom>
            <a:avLst/>
            <a:gdLst/>
            <a:ahLst/>
            <a:cxnLst/>
            <a:rect l="l" t="t" r="r" b="b"/>
            <a:pathLst>
              <a:path w="3205383" h="796869">
                <a:moveTo>
                  <a:pt x="0" y="0"/>
                </a:moveTo>
                <a:lnTo>
                  <a:pt x="3205383" y="0"/>
                </a:lnTo>
                <a:lnTo>
                  <a:pt x="3205383" y="796869"/>
                </a:lnTo>
                <a:lnTo>
                  <a:pt x="0" y="796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667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662334"/>
          </a:xfrm>
          <a:prstGeom prst="rect">
            <a:avLst/>
          </a:prstGeom>
        </p:spPr>
      </p:pic>
      <p:sp>
        <p:nvSpPr>
          <p:cNvPr id="3" name="Freeform 7">
            <a:extLst>
              <a:ext uri="{FF2B5EF4-FFF2-40B4-BE49-F238E27FC236}">
                <a16:creationId xmlns:a16="http://schemas.microsoft.com/office/drawing/2014/main" id="{626D4CE3-FB69-516C-E04B-378B2A6419AF}"/>
              </a:ext>
            </a:extLst>
          </p:cNvPr>
          <p:cNvSpPr/>
          <p:nvPr/>
        </p:nvSpPr>
        <p:spPr>
          <a:xfrm>
            <a:off x="5722341" y="457200"/>
            <a:ext cx="2878179" cy="715525"/>
          </a:xfrm>
          <a:custGeom>
            <a:avLst/>
            <a:gdLst/>
            <a:ahLst/>
            <a:cxnLst/>
            <a:rect l="l" t="t" r="r" b="b"/>
            <a:pathLst>
              <a:path w="3205383" h="796869">
                <a:moveTo>
                  <a:pt x="0" y="0"/>
                </a:moveTo>
                <a:lnTo>
                  <a:pt x="3205383" y="0"/>
                </a:lnTo>
                <a:lnTo>
                  <a:pt x="3205383" y="796869"/>
                </a:lnTo>
                <a:lnTo>
                  <a:pt x="0" y="796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667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630173"/>
          </a:xfrm>
          <a:prstGeom prst="rect">
            <a:avLst/>
          </a:prstGeom>
        </p:spPr>
      </p:pic>
      <p:sp>
        <p:nvSpPr>
          <p:cNvPr id="3" name="Freeform 7">
            <a:extLst>
              <a:ext uri="{FF2B5EF4-FFF2-40B4-BE49-F238E27FC236}">
                <a16:creationId xmlns:a16="http://schemas.microsoft.com/office/drawing/2014/main" id="{5AED1793-F4F0-0B5D-48FC-A65C0EF9E170}"/>
              </a:ext>
            </a:extLst>
          </p:cNvPr>
          <p:cNvSpPr/>
          <p:nvPr/>
        </p:nvSpPr>
        <p:spPr>
          <a:xfrm>
            <a:off x="5722341" y="457200"/>
            <a:ext cx="2878179" cy="715525"/>
          </a:xfrm>
          <a:custGeom>
            <a:avLst/>
            <a:gdLst/>
            <a:ahLst/>
            <a:cxnLst/>
            <a:rect l="l" t="t" r="r" b="b"/>
            <a:pathLst>
              <a:path w="3205383" h="796869">
                <a:moveTo>
                  <a:pt x="0" y="0"/>
                </a:moveTo>
                <a:lnTo>
                  <a:pt x="3205383" y="0"/>
                </a:lnTo>
                <a:lnTo>
                  <a:pt x="3205383" y="796869"/>
                </a:lnTo>
                <a:lnTo>
                  <a:pt x="0" y="796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667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603552"/>
          </a:xfrm>
          <a:prstGeom prst="rect">
            <a:avLst/>
          </a:prstGeom>
        </p:spPr>
      </p:pic>
      <p:sp>
        <p:nvSpPr>
          <p:cNvPr id="3" name="Freeform 7">
            <a:extLst>
              <a:ext uri="{FF2B5EF4-FFF2-40B4-BE49-F238E27FC236}">
                <a16:creationId xmlns:a16="http://schemas.microsoft.com/office/drawing/2014/main" id="{1AEDE407-18CE-63F9-F1DF-19EBADE1E02C}"/>
              </a:ext>
            </a:extLst>
          </p:cNvPr>
          <p:cNvSpPr/>
          <p:nvPr/>
        </p:nvSpPr>
        <p:spPr>
          <a:xfrm>
            <a:off x="5722341" y="457200"/>
            <a:ext cx="2878179" cy="715525"/>
          </a:xfrm>
          <a:custGeom>
            <a:avLst/>
            <a:gdLst/>
            <a:ahLst/>
            <a:cxnLst/>
            <a:rect l="l" t="t" r="r" b="b"/>
            <a:pathLst>
              <a:path w="3205383" h="796869">
                <a:moveTo>
                  <a:pt x="0" y="0"/>
                </a:moveTo>
                <a:lnTo>
                  <a:pt x="3205383" y="0"/>
                </a:lnTo>
                <a:lnTo>
                  <a:pt x="3205383" y="796869"/>
                </a:lnTo>
                <a:lnTo>
                  <a:pt x="0" y="796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667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646272"/>
          </a:xfrm>
          <a:prstGeom prst="rect">
            <a:avLst/>
          </a:prstGeom>
        </p:spPr>
      </p:pic>
      <p:sp>
        <p:nvSpPr>
          <p:cNvPr id="3" name="Freeform 7">
            <a:extLst>
              <a:ext uri="{FF2B5EF4-FFF2-40B4-BE49-F238E27FC236}">
                <a16:creationId xmlns:a16="http://schemas.microsoft.com/office/drawing/2014/main" id="{11BFC5CE-D4CA-D1C7-8D57-299AC5834C28}"/>
              </a:ext>
            </a:extLst>
          </p:cNvPr>
          <p:cNvSpPr/>
          <p:nvPr/>
        </p:nvSpPr>
        <p:spPr>
          <a:xfrm>
            <a:off x="5722341" y="457200"/>
            <a:ext cx="2878179" cy="715525"/>
          </a:xfrm>
          <a:custGeom>
            <a:avLst/>
            <a:gdLst/>
            <a:ahLst/>
            <a:cxnLst/>
            <a:rect l="l" t="t" r="r" b="b"/>
            <a:pathLst>
              <a:path w="3205383" h="796869">
                <a:moveTo>
                  <a:pt x="0" y="0"/>
                </a:moveTo>
                <a:lnTo>
                  <a:pt x="3205383" y="0"/>
                </a:lnTo>
                <a:lnTo>
                  <a:pt x="3205383" y="796869"/>
                </a:lnTo>
                <a:lnTo>
                  <a:pt x="0" y="796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khushali</dc:creator>
  <cp:keywords/>
  <dc:description>generated using python-pptx</dc:description>
  <cp:lastModifiedBy>Khushali Solanki</cp:lastModifiedBy>
  <cp:revision>3</cp:revision>
  <dcterms:created xsi:type="dcterms:W3CDTF">2013-01-27T09:14:16Z</dcterms:created>
  <dcterms:modified xsi:type="dcterms:W3CDTF">2026-02-09T19:20:59Z</dcterms:modified>
  <cp:category/>
</cp:coreProperties>
</file>